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2" r:id="rId3"/>
    <p:sldId id="256" r:id="rId4"/>
    <p:sldId id="257" r:id="rId5"/>
    <p:sldId id="260" r:id="rId6"/>
    <p:sldId id="263" r:id="rId7"/>
    <p:sldId id="265" r:id="rId8"/>
    <p:sldId id="258" r:id="rId9"/>
    <p:sldId id="261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30"/>
    <p:restoredTop sz="94639"/>
  </p:normalViewPr>
  <p:slideViewPr>
    <p:cSldViewPr snapToGrid="0" snapToObjects="1">
      <p:cViewPr varScale="1">
        <p:scale>
          <a:sx n="124" d="100"/>
          <a:sy n="124" d="100"/>
        </p:scale>
        <p:origin x="168" y="6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ntrance_microbial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Kitchen_microbial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throom_microbial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rew_Quarters_microbial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xercise_Module_microbial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edical_Bay_microbial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lant_Production_microbial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VA_module_microbial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eld_Control_microbial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g_Control_microbial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Macintosh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Kasthuri Venkateswaran</cp:lastModifiedBy>
  <cp:revision>2</cp:revision>
  <dcterms:created xsi:type="dcterms:W3CDTF">2013-01-27T09:14:16Z</dcterms:created>
  <dcterms:modified xsi:type="dcterms:W3CDTF">2025-04-10T01:10:45Z</dcterms:modified>
  <cp:category/>
</cp:coreProperties>
</file>