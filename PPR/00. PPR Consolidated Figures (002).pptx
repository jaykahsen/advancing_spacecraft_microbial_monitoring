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5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8.xml" ContentType="application/vnd.openxmlformats-officedocument.presentationml.notesSlide+xml"/>
  <Override PartName="/ppt/comments/comment4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gnMw/V84h29orddzyweLExS/8aU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asthuri Venkateswaran" initials="" lastIdx="4" clrIdx="0"/>
  <p:cmAuthor id="1" name="George Mariscal" initials="" lastIdx="5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5-04T01:34:48.270" idx="1">
    <p:pos x="444" y="250"/>
    <p:text>OK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hKV-m7E"/>
      </p:ext>
    </p:extLst>
  </p:cm>
  <p:cm authorId="1" dt="2025-05-04T01:34:48.270" idx="1">
    <p:pos x="444" y="250"/>
    <p:text>Venkat: I think the flow of this figure tell the story better than the non-flipped version of 3.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hKUnQm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5-04T01:32:45.667" idx="3">
    <p:pos x="444" y="250"/>
    <p:text>You have 4B for that...Am I missing something?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hKUnQm8"/>
      </p:ext>
    </p:extLst>
  </p:cm>
  <p:cm authorId="0" dt="2025-05-04T01:33:22.770" idx="4">
    <p:pos x="444" y="250"/>
    <p:text>4C heading should NOT be written as swabs and it should be sampling devices?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hKUnQmo"/>
      </p:ext>
    </p:extLst>
  </p:cm>
  <p:cm authorId="0" dt="2025-05-04T01:34:17.714" idx="2">
    <p:pos x="444" y="250"/>
    <p:text>4A: Is it swab head release or recovery?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hKUnQms"/>
      </p:ext>
    </p:extLst>
  </p:cm>
  <p:cm authorId="1" dt="2025-05-04T01:45:18.442" idx="2">
    <p:pos x="444" y="250"/>
    <p:text>Venkat: Figure 4C. should we consider adding back in cotton and macrofoam to justify the surface area size chosen?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hKUnQm4"/>
      </p:ext>
    </p:extLst>
  </p:cm>
  <p:cm authorId="1" dt="2025-05-04T01:45:18.442" idx="3">
    <p:pos x="444" y="250"/>
    <p:text>okay I will make the revision on the naming. Figure 4A is release from swab head. no sampling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hKUnQmk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4-23T17:36:49.587" idx="4">
    <p:pos x="6000" y="0"/>
    <p:text>Venkat: I would like to replace this with the subsequent plot. What do you think?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hKUnQmw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02T01:38:10.894" idx="5">
    <p:pos x="444" y="250"/>
    <p:text>Venkat: I am going to replace this figure. The scale on A and C should be the same. Additionally, the stats on the SALSA vs PW are incorrect as the stats were not ran on the log-transformed values. The new graph will have the correction and show the statistical significance.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BhKV-m7A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Figure 1 caption: Overview of the experimental workflow used to evaluate microbial DNA recovery and assay performance in support of planetary protection objectives. 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Figure 2 caption: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61b67a74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61b67a74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Figure 3 caption: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Figure 4 caption: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Figure 5 caption: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Figure 3 caption: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Figure 5 caption: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2151600" y="58825"/>
            <a:ext cx="4840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1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1" title="01.Methodolog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116" y="397350"/>
            <a:ext cx="7459768" cy="4746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/>
        </p:nvSpPr>
        <p:spPr>
          <a:xfrm>
            <a:off x="2151600" y="58825"/>
            <a:ext cx="4840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2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p2" title="02.Negative Control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9200" y="397362"/>
            <a:ext cx="6005591" cy="434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/>
        </p:nvSpPr>
        <p:spPr>
          <a:xfrm>
            <a:off x="2151600" y="58825"/>
            <a:ext cx="4840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3 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3" title="Fig3_LOD_flipp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425" y="397363"/>
            <a:ext cx="7731159" cy="4348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/>
        </p:nvSpPr>
        <p:spPr>
          <a:xfrm>
            <a:off x="2151600" y="58825"/>
            <a:ext cx="4840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4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4" title="04.SDrecover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420" y="397362"/>
            <a:ext cx="7731159" cy="4348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 txBox="1"/>
          <p:nvPr/>
        </p:nvSpPr>
        <p:spPr>
          <a:xfrm>
            <a:off x="2151600" y="58825"/>
            <a:ext cx="4840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5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5" title="UPDATED_Fig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420" y="397362"/>
            <a:ext cx="7731159" cy="4348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 txBox="1"/>
          <p:nvPr/>
        </p:nvSpPr>
        <p:spPr>
          <a:xfrm>
            <a:off x="2151600" y="58825"/>
            <a:ext cx="4840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3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6" title="03.LOD_Fina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571" y="397362"/>
            <a:ext cx="7764859" cy="4348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/>
          <p:nvPr/>
        </p:nvSpPr>
        <p:spPr>
          <a:xfrm>
            <a:off x="2151600" y="58825"/>
            <a:ext cx="4840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5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7" title="05.MicrobialBioburden_FINA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420" y="397362"/>
            <a:ext cx="7731159" cy="4348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On-screen Show (16:9)</PresentationFormat>
  <Paragraphs>14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Jeremy Kahsen</dc:creator>
  <cp:lastModifiedBy>Jeremy Kahsen</cp:lastModifiedBy>
  <cp:revision>1</cp:revision>
  <dcterms:modified xsi:type="dcterms:W3CDTF">2025-06-13T13:48:54Z</dcterms:modified>
</cp:coreProperties>
</file>